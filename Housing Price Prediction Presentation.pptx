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0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6CDC-A977-2CE0-1D07-504B5874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480FD-0B9F-9839-D4CE-BAED0BCD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44E6C-2138-9101-0C45-2EBDAA07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AB508-64A3-74B8-7A37-FC50EFDE5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51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neebworks/Housing-Price-Predicti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24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B1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 PREDICTION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Linear Regression (Kaggle House Prices Dataset)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27080" cy="4114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Khan — 2023-UAM-2268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Muneeb Ur Rahman — 2023-UAM-2228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Arslan Zafar — 2023-UAM-2225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Sadaf Javed — 2023-UAM-2234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Kanwal — 2023-UAM-2238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Afifa Shafiq — 2023-UAM-2271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• pandas • scikit-learn • matplotlib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983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GitHub Repository + Report + Presentation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MNS University of Agriculture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88952" cy="1761619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6636" y="600657"/>
            <a:ext cx="11155680" cy="38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883850"/>
            <a:ext cx="10789920" cy="748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755050"/>
            <a:ext cx="10972800" cy="2745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the house sale price (SalePrice) from measurable attributes.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supervised learning (regression) using a simple, explainable baseline model.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runnable Python code, graphs, report, and GitHub repository.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compare predicted vs actual prices and compute standard regression metrics.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Maryam Khan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3210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6636" y="2560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082631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House Prices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6400800" cy="1970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House Prices: Advanced Regression Techniques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1,460 houses; Columns: 81 features + target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SalePrice (house sale price in USD)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columns have 0 missing values in this dataset split.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543800" y="1600200"/>
            <a:ext cx="1463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26680" y="1709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1947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098280" y="1600200"/>
            <a:ext cx="1463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81160" y="1709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81160" y="1947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652760" y="1600200"/>
            <a:ext cx="1463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35640" y="17099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Mean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835640" y="1947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180,921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43800" y="260604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26680" y="2715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Max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2953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755,000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921240" y="2606040"/>
            <a:ext cx="2194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04120" y="2715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Median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04120" y="29535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163,000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4160520"/>
            <a:ext cx="1124712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728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Distribution</a:t>
            </a:r>
            <a:endParaRPr lang="en-US" sz="1400" dirty="0"/>
          </a:p>
        </p:txBody>
      </p:sp>
      <p:pic>
        <p:nvPicPr>
          <p:cNvPr id="23" name="Image 0" descr="/mnt/data/salepric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26280"/>
            <a:ext cx="5394960" cy="1645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29400" y="448056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prices are right-skewed (few expensive houses).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motivates careful error analysis and potential log-transform in future work.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Maryam Khan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4073"/>
            <a:ext cx="12188952" cy="12344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6634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16836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GrLivArea — primary living area (size effect).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 — overall material/finish quality (1–10).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BedroomAbvGr — number of bedrooms.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FullBath — number of full bathrooms.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GarageCars — garage capacity.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0" y="1508760"/>
            <a:ext cx="516636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69480" y="193386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78040" y="2357379"/>
            <a:ext cx="4754880" cy="318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linked to price in real life (size, quality, facilities).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→ minimal preprocessing.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model interpretable for viva.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before trying advanced models.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Muneeb Ur Rahman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161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20997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38074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Testing Split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66544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train.csv using pandas.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5 numerical features and target SalePrice.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80% training and 20% testing.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fixed random_state (42) for reproducibility.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11247120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617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 →  Select Features  →  Split  →  Train Model  →  Predict  →  Evaluate + Plot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5486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is simple, reproducible, and easy to demonstrate in GitHub.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Muneeb Ur Rahman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88952" cy="1073953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37359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15886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43891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learning algorithm for continuous-value prediction.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linear relationship between features and SalePrice.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 and serves as a strong baseline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5852160" cy="2651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Equation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= b0 + b1·GrLivArea + b2·OverallQual + b3·BedroomAbvGr + b4·FullBath + b5·GarageCars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9440" y="1508760"/>
            <a:ext cx="5166360" cy="4800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69480" y="1922199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369041"/>
            <a:ext cx="4754880" cy="2901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training and fast execution.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Interpretability: coefficients show feature impact.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baseline and academic demonstration.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 for a clean viva explanation.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Arslan Zafar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08" y="-28738"/>
            <a:ext cx="12260424" cy="1182189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338049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301061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14293"/>
            <a:ext cx="10972800" cy="15890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scikit-learn, matplotlib.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→ create feature matrix X and target y.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 using LinearRegression().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test set and visualize results.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1247120" cy="251460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data = pd.read_csv("train.csv")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E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X = data[[...features...]] ; y = data["SalePrice"]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E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train_test_split (80/20)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E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model.fit(X_train, y_train)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E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predictions = model.predict(X_test)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E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plot Actual vs Predicted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Arslan Zafar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5720"/>
            <a:ext cx="12188952" cy="1274281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393153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judge performance?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60665"/>
            <a:ext cx="10972800" cy="2932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penalizes large errors more (lower is better).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average absolute error in currency units (lower is better).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explained variance (closer to 1 is better).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use 5-fold cross-validation RMSE for stability.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572652"/>
            <a:ext cx="1124712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484664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Lower RMSE/MAE and higher R² indicate better predictive quality.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Sadaf Javed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255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6636" y="2697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3399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&amp; Cross-Validation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96188"/>
            <a:ext cx="5669280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(20%)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41,832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27,815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0.772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59745" y="1587044"/>
            <a:ext cx="5669280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77608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(mean): 40,568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(std): 6,133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4379976"/>
            <a:ext cx="11247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Coefficients (Impact Direction)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833164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 (+) and GarageCars (+) strongly increase price; GrLivArea (+) increases price.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BedroomAbvGr shows a negative coefficient in this simple linear model due to correlations with other variables.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Sadaf Javed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5946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2953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915893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124712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actual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74520"/>
            <a:ext cx="694944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20116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represents a house in the test set.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diagonal trend → better prediction.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exist at very high prices (harder to predict with a simple linear model).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Bushra Kanwal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992"/>
            <a:ext cx="12188952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0783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896299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124712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residual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74520"/>
            <a:ext cx="694944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2011680"/>
            <a:ext cx="3566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= Actual − Predicted.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residuals scattered randomly around zero.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or increasing spread can indicate missing variables or non-linearity.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Bushra Kanwal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8638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331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Improvements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778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improved?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623560" cy="4800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5 numeric features (missing location/condition effects).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assumptions may not capture complex patterns.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and skewed prices can increase error.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6235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2084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214884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 (e.g., YearBuilt, Neighborhood) with proper encoding.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regularization (Ridge/Lasso) to reduce overfitting.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tree-based models (Random Forest, Gradient Boosting).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log transform to SalePrice for skewness handling.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Afifa Shafiq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5039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6636" y="26060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Execution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5097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+ GitHub Submission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623560" cy="4800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Housing-Price-Prediction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train.py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train.csv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D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README.md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43883" y="1600200"/>
            <a:ext cx="56235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Submission Checklist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14884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repository: Housing-Price-Prediction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train.py, train.csv, README.md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changes (git add/commit/push)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report + presentation files</a:t>
            </a:r>
            <a:endParaRPr lang="en-US" sz="18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repository link in slides/report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Afifa Shafiq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2F2E8-F81E-64A3-4E3B-E14EA8C6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BD8ABA-976C-E90A-AC84-9A4839BF7FFD}"/>
              </a:ext>
            </a:extLst>
          </p:cNvPr>
          <p:cNvSpPr/>
          <p:nvPr/>
        </p:nvSpPr>
        <p:spPr>
          <a:xfrm>
            <a:off x="0" y="-5133"/>
            <a:ext cx="12188952" cy="1227443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69C866-DD8C-03D3-71CC-72C446153DA0}"/>
              </a:ext>
            </a:extLst>
          </p:cNvPr>
          <p:cNvSpPr/>
          <p:nvPr/>
        </p:nvSpPr>
        <p:spPr>
          <a:xfrm>
            <a:off x="411480" y="4065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9E8571-5941-8E09-8C88-CDAA106ACD78}"/>
              </a:ext>
            </a:extLst>
          </p:cNvPr>
          <p:cNvSpPr/>
          <p:nvPr/>
        </p:nvSpPr>
        <p:spPr>
          <a:xfrm>
            <a:off x="594360" y="144490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Includes: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9447D7-D432-793C-F53E-37C9C9431F99}"/>
              </a:ext>
            </a:extLst>
          </p:cNvPr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13700F9-B3DC-2E2D-F3C7-EDAA14173C5A}"/>
              </a:ext>
            </a:extLst>
          </p:cNvPr>
          <p:cNvSpPr/>
          <p:nvPr/>
        </p:nvSpPr>
        <p:spPr>
          <a:xfrm>
            <a:off x="548640" y="66019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02 • Housing Price Prediction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DA680B0-8DC5-D5EB-0183-2017D2CC8106}"/>
              </a:ext>
            </a:extLst>
          </p:cNvPr>
          <p:cNvSpPr/>
          <p:nvPr/>
        </p:nvSpPr>
        <p:spPr>
          <a:xfrm>
            <a:off x="7498080" y="6601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Afifa Shafiq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1971530-5DEA-48F5-39A3-91689319336F}"/>
              </a:ext>
            </a:extLst>
          </p:cNvPr>
          <p:cNvSpPr/>
          <p:nvPr/>
        </p:nvSpPr>
        <p:spPr>
          <a:xfrm>
            <a:off x="1156716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B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5AAD6A37-CDB7-253A-B45D-530FC6613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303" y="2195988"/>
            <a:ext cx="603780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 training script (train.py)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used for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Project report and 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Documentation (README)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Ensures transparency and reproducibility of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Allows reviewers to run and verify the project independently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3311178-FADA-5A86-0FA3-99F90A410059}"/>
              </a:ext>
            </a:extLst>
          </p:cNvPr>
          <p:cNvSpPr/>
          <p:nvPr/>
        </p:nvSpPr>
        <p:spPr>
          <a:xfrm>
            <a:off x="594360" y="42604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02060"/>
                </a:solidFill>
              </a:rPr>
              <a:t>GitHub Repository Link: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DED4D-E252-E314-F8AC-CE9BECF78D9D}"/>
              </a:ext>
            </a:extLst>
          </p:cNvPr>
          <p:cNvSpPr txBox="1"/>
          <p:nvPr/>
        </p:nvSpPr>
        <p:spPr>
          <a:xfrm>
            <a:off x="951722" y="5012984"/>
            <a:ext cx="77164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hlinkClick r:id="rId3"/>
              </a:rPr>
              <a:t>https://github.com/Muneebworks/Housing-Price-Prediction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311711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1162</Words>
  <Application>Microsoft Office PowerPoint</Application>
  <PresentationFormat>Widescreen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Agriculture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Price Prediction Presentation</dc:title>
  <dc:subject>Housing Price Prediction</dc:subject>
  <dc:creator>Group 02</dc:creator>
  <cp:lastModifiedBy>Muneeb</cp:lastModifiedBy>
  <cp:revision>3</cp:revision>
  <dcterms:created xsi:type="dcterms:W3CDTF">2025-12-31T05:58:47Z</dcterms:created>
  <dcterms:modified xsi:type="dcterms:W3CDTF">2025-12-31T07:15:33Z</dcterms:modified>
</cp:coreProperties>
</file>